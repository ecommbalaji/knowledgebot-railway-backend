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Current Affairs Q&amp;A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General Knowledge Quiz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capital of Australia?</a:t>
            </a:r>
          </a:p>
          <a:p>
            <a:r>
              <a:t>Answer: Canberra is the capital of Australia.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is the UN Secretary-General?</a:t>
            </a:r>
          </a:p>
          <a:p>
            <a:r>
              <a:t>Answer: António Guterres from Portugal since 2017.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Paris Agreement?</a:t>
            </a:r>
          </a:p>
          <a:p>
            <a:r>
              <a:t>Answer: International climate treaty adopted in 2015.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country has the largest population?</a:t>
            </a:r>
          </a:p>
          <a:p>
            <a:r>
              <a:t>Answer: India surpassed China in 2023.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cryptocurrency?</a:t>
            </a:r>
          </a:p>
          <a:p>
            <a:r>
              <a:t>Answer: Digital currency using cryptography.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